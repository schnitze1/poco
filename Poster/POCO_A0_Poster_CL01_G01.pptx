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80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804000" cy="30275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4172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F3864"/>
                </a:solidFill>
                <a:latin typeface="Calibri Light"/>
              </a:rPr>
              <a:t>Poco — Preserve Originals, Conceal Only</a:t>
            </a:r>
          </a:p>
          <a:p>
            <a:pPr algn="ctr">
              <a:spcBef>
                <a:spcPts val="400"/>
              </a:spcBef>
            </a:pPr>
            <a:r>
              <a:rPr sz="2800">
                <a:solidFill>
                  <a:srgbClr val="404040"/>
                </a:solidFill>
                <a:latin typeface="Calibri Light"/>
              </a:rPr>
              <a:t>Privacy-first PII anonymisation for LLM workflows, with a fully automated multi-environment DevOps pipeline</a:t>
            </a:r>
          </a:p>
          <a:p>
            <a:pPr algn="ctr">
              <a:spcBef>
                <a:spcPts val="400"/>
              </a:spcBef>
            </a:pPr>
            <a:r>
              <a:rPr sz="2000">
                <a:solidFill>
                  <a:srgbClr val="262626"/>
                </a:solidFill>
                <a:latin typeface="Calibri Light"/>
              </a:rPr>
              <a:t>SWE40006 Software Deployment and Evolution  |  Group CL01_G01  |  Tutorial: Wednesday 10:30  |  Jamie Soo (104559690) · Timothy Schabel (105334128) · Sahil (105295665)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2448000"/>
            <a:ext cx="41724000" cy="28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000" y="2592000"/>
            <a:ext cx="41724000" cy="1368000"/>
          </a:xfrm>
          <a:prstGeom prst="round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592000"/>
            <a:ext cx="83448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 Light"/>
              </a:rPr>
              <a:t>20 / 43
</a:t>
            </a:r>
            <a:r>
              <a:rPr sz="1700">
                <a:solidFill>
                  <a:srgbClr val="404040"/>
                </a:solidFill>
                <a:latin typeface="Calibri Light"/>
              </a:rPr>
              <a:t>PII labels viable for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884800" y="2700000"/>
            <a:ext cx="14400" cy="115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4800" y="2592000"/>
            <a:ext cx="83448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 Light"/>
              </a:rPr>
              <a:t>8
</a:t>
            </a:r>
            <a:r>
              <a:rPr sz="1700">
                <a:solidFill>
                  <a:srgbClr val="404040"/>
                </a:solidFill>
                <a:latin typeface="Calibri Light"/>
              </a:rPr>
              <a:t>labels with zero validation instances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29600" y="2700000"/>
            <a:ext cx="14400" cy="115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29600" y="2592000"/>
            <a:ext cx="83448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 Light"/>
              </a:rPr>
              <a:t>2.4×
</a:t>
            </a:r>
            <a:r>
              <a:rPr sz="1700">
                <a:solidFill>
                  <a:srgbClr val="404040"/>
                </a:solidFill>
                <a:latin typeface="Calibri Light"/>
              </a:rPr>
              <a:t>more tokens per character for Chinese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74399" y="2700000"/>
            <a:ext cx="14400" cy="115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74399" y="2592000"/>
            <a:ext cx="83448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 Light"/>
              </a:rPr>
              <a:t>73:1
</a:t>
            </a:r>
            <a:r>
              <a:rPr sz="1700">
                <a:solidFill>
                  <a:srgbClr val="404040"/>
                </a:solidFill>
                <a:latin typeface="Calibri Light"/>
              </a:rPr>
              <a:t>class imbalance (GIVENNAME : 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19200" y="2700000"/>
            <a:ext cx="14400" cy="115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19200" y="2592000"/>
            <a:ext cx="83448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 Light"/>
              </a:rPr>
              <a:t>99.99%
</a:t>
            </a:r>
            <a:r>
              <a:rPr sz="1700">
                <a:solidFill>
                  <a:srgbClr val="404040"/>
                </a:solidFill>
                <a:latin typeface="Calibri Light"/>
              </a:rPr>
              <a:t>of annotations in viable labels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27180000"/>
            <a:ext cx="41724000" cy="1368000"/>
          </a:xfrm>
          <a:prstGeom prst="round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code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27288000"/>
            <a:ext cx="1152000" cy="115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96000" y="27215999"/>
            <a:ext cx="12180000" cy="12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 Light"/>
              </a:rPr>
              <a:t>Repository
</a:t>
            </a:r>
            <a:r>
              <a:rPr sz="1700">
                <a:solidFill>
                  <a:srgbClr val="595959"/>
                </a:solidFill>
                <a:latin typeface="Calibri Light"/>
              </a:rPr>
              <a:t>github.com/Schnitze1/SWE40006-Group-Project</a:t>
            </a:r>
          </a:p>
        </p:txBody>
      </p:sp>
      <p:pic>
        <p:nvPicPr>
          <p:cNvPr id="18" name="Picture 17" descr="qrcode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8000" y="27288000"/>
            <a:ext cx="1152000" cy="115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104000" y="27215999"/>
            <a:ext cx="12180000" cy="12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 Light"/>
              </a:rPr>
              <a:t>Live Demo
</a:t>
            </a:r>
            <a:r>
              <a:rPr sz="1700">
                <a:solidFill>
                  <a:srgbClr val="595959"/>
                </a:solidFill>
                <a:latin typeface="Calibri Light"/>
              </a:rPr>
              <a:t>littlepoco.me</a:t>
            </a:r>
          </a:p>
        </p:txBody>
      </p:sp>
      <p:pic>
        <p:nvPicPr>
          <p:cNvPr id="20" name="Picture 19" descr="qrcode_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6000" y="27288000"/>
            <a:ext cx="1152000" cy="115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011999" y="27215999"/>
            <a:ext cx="12180000" cy="12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 Light"/>
              </a:rPr>
              <a:t>Full EDA Report
</a:t>
            </a:r>
            <a:r>
              <a:rPr sz="1700">
                <a:solidFill>
                  <a:srgbClr val="595959"/>
                </a:solidFill>
                <a:latin typeface="Calibri Light"/>
              </a:rPr>
              <a:t>Scan for full-corpus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28800000"/>
            <a:ext cx="41724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595959"/>
                </a:solidFill>
                <a:latin typeface="Calibri Light"/>
              </a:rPr>
              <a:t>Poco — Preserve Originals, Conceal Only  |  SWE40006 Software Deployment and Evolution  |  Group CL01_G01  |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